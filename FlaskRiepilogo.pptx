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4RLeNH6Uy3Hzc5sLYHjT4e+2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82296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Flask &amp; SQLite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7830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Costruiamo una web app dinamica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240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Quarta Superiore · Informatica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9260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Prerequisiti: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200400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320040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Python  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14600" y="3200400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514600" y="320040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HTML / CSS  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663440" y="3200400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663440" y="320040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sqlite3  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12280" y="3200400"/>
            <a:ext cx="1920240" cy="402336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812280" y="320040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Flask  ← OGGI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01 / INTRO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Cos'è Flask?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960120"/>
            <a:ext cx="54864" cy="86868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0080" y="960120"/>
            <a:ext cx="7909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Flask è un microframework Python per creare applicazioni web. È volutamente piccolo: ti dà solo l'essenziale, senza imporre regole su come organizzare il progetto.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965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Come funziona: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286000"/>
            <a:ext cx="1828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23042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UTENTE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148840" y="237744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→ richiesta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148840" y="2633472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← risposta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46120" y="2286000"/>
            <a:ext cx="2331720" cy="86868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46120" y="23042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46120" y="256032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Flask (Python)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623560" y="23774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→ legge/scrive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623560" y="2633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← dati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58000" y="2286000"/>
            <a:ext cx="18745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858000" y="2304288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DATI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858000" y="256032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SQLite 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02 /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Installazione e struttura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10058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Installare Flask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1298448"/>
            <a:ext cx="3840480" cy="402336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66928" y="129844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pip install flask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18288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Struttura del progetto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2121408"/>
            <a:ext cx="3840480" cy="192024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94360" y="216712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mia_app/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77240" y="242316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├── app.py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77240" y="267919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89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A8899"/>
                </a:solidFill>
                <a:latin typeface="Consolas"/>
                <a:ea typeface="Consolas"/>
                <a:cs typeface="Consolas"/>
                <a:sym typeface="Consolas"/>
              </a:rPr>
              <a:t>├── database.db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77240" y="293522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├── templates/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319125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│   └── index.html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77240" y="34472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└── static/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60120" y="370332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└── style.css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63440" y="10058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Da ricordare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663440" y="1298448"/>
            <a:ext cx="40233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736592" y="12984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138928" y="129844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File HTML → cartella templates/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663440" y="1828800"/>
            <a:ext cx="40233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736592" y="182880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138928" y="182880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CSS e JS → cartella static/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63440" y="2359152"/>
            <a:ext cx="40233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736592" y="2359152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138928" y="235915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CSS nell'HTML: url_for('static', filename='style.css')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663440" y="2889504"/>
            <a:ext cx="40233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736592" y="2889504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138928" y="2889504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Avviare il server: python app.py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63440" y="3419856"/>
            <a:ext cx="40233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736592" y="3419856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138928" y="34198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Aprire il browser: http://127.0.0.1:5000/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57200" y="4462272"/>
            <a:ext cx="8229600" cy="530352"/>
          </a:xfrm>
          <a:prstGeom prst="rect">
            <a:avLst/>
          </a:prstGeom>
          <a:solidFill>
            <a:srgbClr val="FDF8EE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57200" y="4462272"/>
            <a:ext cx="54864" cy="53035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40080" y="4480560"/>
            <a:ext cx="7863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7A5C00"/>
                </a:solidFill>
                <a:latin typeface="Trebuchet MS"/>
                <a:ea typeface="Trebuchet MS"/>
                <a:cs typeface="Trebuchet MS"/>
                <a:sym typeface="Trebuchet MS"/>
              </a:rPr>
              <a:t>💡  Se il database non appare nella cartella, sostituisci  DB = "database.db"  con: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0080" y="4709160"/>
            <a:ext cx="7863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3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133"/>
                </a:solidFill>
                <a:latin typeface="Consolas"/>
                <a:ea typeface="Consolas"/>
                <a:cs typeface="Consolas"/>
                <a:sym typeface="Consolas"/>
              </a:rPr>
              <a:t>import os     |     DB = os.path.join(os.path.dirname(__file__), "database.db")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03 / ROUTING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Routing: collegare URL a funzioni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960120"/>
            <a:ext cx="54864" cy="45720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40080" y="960120"/>
            <a:ext cx="7909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@app.route  collega un URL a una funzione Python. Quando il browser visita quell'indirizzo, Flask esegue la funzione e ne restituisce il risultato.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1 — due rotte semplici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828800"/>
            <a:ext cx="3931920" cy="233172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94360" y="18836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94360" y="21854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home():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4360" y="2487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return "&lt;h1&gt;Home!&lt;/h1&gt;"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94360" y="2788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94360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@app.route("/altra-pagina")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4360" y="33924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altra_pagina():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94360" y="36941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return "&lt;p&gt;Altra pagina.&lt;/p&gt;"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54880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2 — URL con variabile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1828800"/>
            <a:ext cx="3931920" cy="114300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892040" y="18836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@app.route("/saluta/&lt;nome&gt;")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92040" y="22311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saluta(nome):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892040" y="257860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return f"Ciao, {nome}!"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54880" y="3035808"/>
            <a:ext cx="3931920" cy="54864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754880" y="3035808"/>
            <a:ext cx="54864" cy="54864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919472" y="3035808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Consolas"/>
                <a:ea typeface="Consolas"/>
                <a:cs typeface="Consolas"/>
                <a:sym typeface="Consolas"/>
              </a:rPr>
              <a:t>/saluta/Marco  →  Ciao, Marco!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D26"/>
                </a:solidFill>
                <a:latin typeface="Consolas"/>
                <a:ea typeface="Consolas"/>
                <a:cs typeface="Consolas"/>
                <a:sym typeface="Consolas"/>
              </a:rPr>
              <a:t>/saluta/Giulia  →  Ciao, Giulia!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54880" y="37033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GET vs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754880" y="3977640"/>
            <a:ext cx="39319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754880" y="3977640"/>
            <a:ext cx="54864" cy="36576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846320" y="397764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650992" y="3977640"/>
            <a:ext cx="2944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Apre una pagina / clicca un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54880" y="4416552"/>
            <a:ext cx="39319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754880" y="4416552"/>
            <a:ext cx="54864" cy="365760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846320" y="441655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650992" y="4416552"/>
            <a:ext cx="2944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Invia dati di un form al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04 /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Template Jinja2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768096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3 — passare una lista da Python a 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10789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Sintassi Jinja2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1353312"/>
            <a:ext cx="3840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48640" y="13533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{{ variabile 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24912" y="13533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Stampa il valore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1810512"/>
            <a:ext cx="3840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48640" y="18105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{% for x in lista %}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724912" y="18105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Ciclo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2267712"/>
            <a:ext cx="3840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48640" y="22677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{% if condizione %}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24912" y="22677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Condizione 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2724912"/>
            <a:ext cx="3840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48640" y="27249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{% endfor %} / {% endif %}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724912" y="27249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Chiude il blocco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3310128"/>
            <a:ext cx="3840480" cy="658368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57200" y="3310128"/>
            <a:ext cx="54864" cy="658368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21792" y="3310128"/>
            <a:ext cx="35844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Consolas"/>
                <a:ea typeface="Consolas"/>
                <a:cs typeface="Consolas"/>
                <a:sym typeface="Consolas"/>
              </a:rPr>
              <a:t>studenti  (sinistra =)  →  nome nel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Consolas"/>
                <a:ea typeface="Consolas"/>
                <a:cs typeface="Consolas"/>
                <a:sym typeface="Consolas"/>
              </a:rPr>
              <a:t>lista_studenti  (destra)  →  variabile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0" y="107899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app.py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0" y="1353312"/>
            <a:ext cx="4114800" cy="274320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681728" y="1408176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89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A8899"/>
                </a:solidFill>
                <a:latin typeface="Consolas"/>
                <a:ea typeface="Consolas"/>
                <a:cs typeface="Consolas"/>
                <a:sym typeface="Consolas"/>
              </a:rPr>
              <a:t># NB: importiamo anche render_template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681728" y="166420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from flask import Flask, render_template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681728" y="1920240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81728" y="2176272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lista_studenti = [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681728" y="2432304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{"nome":"Giulia","voto":8},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681728" y="2688336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{"nome":"Marco", "voto":7},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681728" y="294436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81728" y="3200400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return render_template(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681728" y="3456432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"index.html",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681728" y="3712464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studenti=lista_studenti)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72000" y="416052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index.html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72000" y="4416552"/>
            <a:ext cx="4114800" cy="65836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681728" y="4462272"/>
            <a:ext cx="3886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79C6"/>
                </a:solidFill>
                <a:latin typeface="Consolas"/>
                <a:ea typeface="Consolas"/>
                <a:cs typeface="Consolas"/>
                <a:sym typeface="Consolas"/>
              </a:rPr>
              <a:t>{% for s in studenti %}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681728" y="4613148"/>
            <a:ext cx="3886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&lt;td&gt;{{ s.nome }}&lt;/td&gt;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681728" y="4764024"/>
            <a:ext cx="3886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&lt;td&gt;{{ s.voto }}&lt;/td&gt;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81728" y="4914900"/>
            <a:ext cx="3886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79C6"/>
                </a:solidFill>
                <a:latin typeface="Consolas"/>
                <a:ea typeface="Consolas"/>
                <a:cs typeface="Consolas"/>
                <a:sym typeface="Consolas"/>
              </a:rPr>
              <a:t>{% endfor %}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05 / FORM 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Form HTML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768096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4 — raccogliere dati dall'utente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10058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Attributi fondamentali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1261872"/>
            <a:ext cx="39319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566928" y="1261872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609344" y="1261872"/>
            <a:ext cx="26883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URL a cui inviare i dati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1719072"/>
            <a:ext cx="39319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57200" y="1719072"/>
            <a:ext cx="54864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566928" y="1719072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609344" y="1719072"/>
            <a:ext cx="26883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"post" o "get"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57200" y="2176272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57200" y="2176272"/>
            <a:ext cx="54864" cy="5486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66928" y="2176272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609344" y="2176272"/>
            <a:ext cx="2688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Nome del campo → Flask lo legge con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request.form["nome"]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7200" y="2761488"/>
            <a:ext cx="39319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57200" y="2761488"/>
            <a:ext cx="54864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66928" y="2761488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609344" y="2761488"/>
            <a:ext cx="26883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Impedisce di inviare il form se il campo è vuoto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3429000"/>
            <a:ext cx="3931920" cy="658368"/>
          </a:xfrm>
          <a:prstGeom prst="rect">
            <a:avLst/>
          </a:prstGeom>
          <a:solidFill>
            <a:srgbClr val="FDF0EE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57200" y="3429000"/>
            <a:ext cx="54864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21792" y="342900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Il name nel form e la chiave 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request.form["..."] devono essere identici!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754880" y="10058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4: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754880" y="1280160"/>
            <a:ext cx="3931920" cy="352044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64608" y="133502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&lt;form action="/aggiungi"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864608" y="151790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  method="post"&gt;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864608" y="170078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864608" y="188366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89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A8899"/>
                </a:solidFill>
                <a:latin typeface="Consolas"/>
                <a:ea typeface="Consolas"/>
                <a:cs typeface="Consolas"/>
                <a:sym typeface="Consolas"/>
              </a:rPr>
              <a:t>  &lt;!-- Flask legge con --&gt;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64608" y="206654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89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A8899"/>
                </a:solidFill>
                <a:latin typeface="Consolas"/>
                <a:ea typeface="Consolas"/>
                <a:cs typeface="Consolas"/>
                <a:sym typeface="Consolas"/>
              </a:rPr>
              <a:t>  &lt;!-- request.form["nome"] --&gt;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864608" y="224942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&lt;input type="text"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864608" y="243230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     name="nome"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864608" y="261518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     required&gt;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864608" y="279806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864608" y="298094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89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A8899"/>
                </a:solidFill>
                <a:latin typeface="Consolas"/>
                <a:ea typeface="Consolas"/>
                <a:cs typeface="Consolas"/>
                <a:sym typeface="Consolas"/>
              </a:rPr>
              <a:t>  &lt;!-- request.form["voto"] --&gt;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864608" y="316382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&lt;input type="number"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864608" y="334670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     name="voto"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864608" y="352958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     required&gt;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864608" y="371246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864608" y="389534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&lt;button type="submit"&gt;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864608" y="407822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Aggiungi studente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864608" y="426110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&lt;/button&gt;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864608" y="4443984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06 /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Collegare Flask a SQLite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7200" y="768096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5 — le funzioni nuove che useremo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57200" y="1005840"/>
            <a:ext cx="822960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457200" y="1005840"/>
            <a:ext cx="54864" cy="1024128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40080" y="10332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D5FE0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40080" y="137160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Legge i dati inviati dall'utente tramite il 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943600" y="1115568"/>
            <a:ext cx="2606040" cy="329184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053328" y="111556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request.form["nome"]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2194560"/>
            <a:ext cx="822960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57200" y="2194560"/>
            <a:ext cx="54864" cy="102412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40080" y="22219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redirect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40080" y="25603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Rimanda il browser su un'altra pagina dopo il salvataggio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943600" y="2304288"/>
            <a:ext cx="2606040" cy="329184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053328" y="230428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redirect(url_for("home"))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57200" y="3383280"/>
            <a:ext cx="822960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457200" y="3383280"/>
            <a:ext cx="54864" cy="10241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40080" y="34107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url_for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40080" y="37490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Ricava l'URL di una rotta dal nome della sua funzione 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943600" y="3493008"/>
            <a:ext cx="2606040" cy="329184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053328" y="349300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url_for("home")  →  "/"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06 /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Esempio 5 — le tre rotte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74320" y="1024128"/>
            <a:ext cx="2834640" cy="274320"/>
          </a:xfrm>
          <a:prstGeom prst="rect">
            <a:avLst/>
          </a:prstGeom>
          <a:solidFill>
            <a:srgbClr val="EEF1F6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274320" y="1024128"/>
            <a:ext cx="54864" cy="27432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84048" y="10241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GET /  — mostra la lista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74320" y="1325880"/>
            <a:ext cx="2834640" cy="352044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365760" y="138074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65760" y="172821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home():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65760" y="2075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with get_db() as conn: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242316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lista = conn.execute(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277063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  "SELECT * FROM studenti"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65760" y="311810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).fetchall()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65760" y="346557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return render_template(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" y="38130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"index.html",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65760" y="416052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studenti=lista)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246120" y="1024128"/>
            <a:ext cx="2834640" cy="274320"/>
          </a:xfrm>
          <a:prstGeom prst="rect">
            <a:avLst/>
          </a:prstGeom>
          <a:solidFill>
            <a:srgbClr val="EEF1F6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246120" y="1024128"/>
            <a:ext cx="54864" cy="274320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355848" y="10241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POST /aggiungi  — inserisce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246120" y="1325880"/>
            <a:ext cx="2834640" cy="352044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337560" y="138074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@app.route("/aggiungi",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337560" y="172821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methods=["POST"])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337560" y="2075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aggiungi():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337560" y="242316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nome=request.form["nome"]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337560" y="277063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voto=request.form["voto"]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337560" y="311810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with get_db() as conn: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337560" y="346557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conn.execute("INSERT..."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337560" y="38130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return redirect(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337560" y="416052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url_for("home"))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217920" y="1024128"/>
            <a:ext cx="2834640" cy="274320"/>
          </a:xfrm>
          <a:prstGeom prst="rect">
            <a:avLst/>
          </a:prstGeom>
          <a:solidFill>
            <a:srgbClr val="EEF1F6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6217920" y="1024128"/>
            <a:ext cx="54864" cy="2743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327648" y="10241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GET /elimina/&lt;id&gt;  — cancella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217920" y="1325880"/>
            <a:ext cx="2834640" cy="3520440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309360" y="138074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@app.route(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309360" y="172821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"/elimina/&lt;int:id&gt;")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309360" y="2075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def elimina(id):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309360" y="242316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with get_db() as conn: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309360" y="277063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conn.execute(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309360" y="311810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  "DELETE...WHERE id=?"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309360" y="346557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CF0"/>
                </a:solidFill>
                <a:latin typeface="Consolas"/>
                <a:ea typeface="Consolas"/>
                <a:cs typeface="Consolas"/>
                <a:sym typeface="Consolas"/>
              </a:rPr>
              <a:t>      ,(id,))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309360" y="38130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E9F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E9FD"/>
                </a:solidFill>
                <a:latin typeface="Consolas"/>
                <a:ea typeface="Consolas"/>
                <a:cs typeface="Consolas"/>
                <a:sym typeface="Consolas"/>
              </a:rPr>
              <a:t>  return redirect(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309360" y="416052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    url_for("home"))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07 / ESERCIZI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Esercizi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57200" y="1005840"/>
            <a:ext cx="54864" cy="1737360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640080" y="109728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8C5F"/>
                </a:solidFill>
                <a:latin typeface="Trebuchet MS"/>
                <a:ea typeface="Trebuchet MS"/>
                <a:cs typeface="Trebuchet MS"/>
                <a:sym typeface="Trebuchet MS"/>
              </a:rPr>
              <a:t>⚡ Esercizio 1 —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77240" y="1426464"/>
            <a:ext cx="7680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Crea il registro studenti dell'Esempio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Aggiungi studenti tramite 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Aggiungi il link Elimina per ogni riga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Mostra la media dei voti calcolata in 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" y="2944368"/>
            <a:ext cx="8229600" cy="1737360"/>
          </a:xfrm>
          <a:prstGeom prst="rect">
            <a:avLst/>
          </a:prstGeom>
          <a:solidFill>
            <a:srgbClr val="EEF3FF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57200" y="2944368"/>
            <a:ext cx="54864" cy="1737360"/>
          </a:xfrm>
          <a:prstGeom prst="rect">
            <a:avLst/>
          </a:prstGeom>
          <a:solidFill>
            <a:srgbClr val="2D5FE0"/>
          </a:solidFill>
          <a:ln cap="flat" cmpd="sng" w="12700">
            <a:solidFill>
              <a:srgbClr val="2D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640080" y="303580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E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D5FE0"/>
                </a:solidFill>
                <a:latin typeface="Trebuchet MS"/>
                <a:ea typeface="Trebuchet MS"/>
                <a:cs typeface="Trebuchet MS"/>
                <a:sym typeface="Trebuchet MS"/>
              </a:rPr>
              <a:t>🚀 Esercizio 2 — medio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77240" y="3364992"/>
            <a:ext cx="7680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Aggiungi rotta GET /modifica/&lt;id&gt;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Mostra un form pre-compilato con i dati attuali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Salva le modifiche con una query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200"/>
              <a:buFont typeface="Trebuchet MS"/>
              <a:buChar char="•"/>
            </a:pPr>
            <a:r>
              <a:rPr b="0" i="0" lang="en-US" sz="12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Mostra un messaggio di conferma con flash()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C5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A8C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7406640" y="164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A8C5F"/>
                </a:solidFill>
                <a:latin typeface="Consolas"/>
                <a:ea typeface="Consolas"/>
                <a:cs typeface="Consolas"/>
                <a:sym typeface="Consolas"/>
              </a:rPr>
              <a:t>FIN / RIEPILOGO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57200" y="164592"/>
            <a:ext cx="6766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Quello che hai imparato oggi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57200" y="987552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66928" y="98755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@app.route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3703320" y="98755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114800" y="987552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206240" y="987552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Collega un URL a una funzione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57200" y="1545336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566928" y="154533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render_template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703320" y="1545336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114800" y="1545336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4206240" y="1545336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Genera HTML da un file .html separato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57200" y="2103120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66928" y="210312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Jinja2  {{ }}  {% %}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703320" y="21031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114800" y="2103120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4206240" y="2103120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Inserisce variabili e logica nell'HTML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57200" y="2660904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66928" y="2660904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&lt;form&gt; + name=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703320" y="2660904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114800" y="2660904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206240" y="2660904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Raccoglie input dall'utente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57200" y="3218688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66928" y="3218688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request.form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703320" y="321868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114800" y="3218688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4206240" y="3218688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Legge i dati inviati dal form in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457200" y="3776472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566928" y="377647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redirect + url_for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703320" y="377647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114800" y="3776472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206240" y="3776472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Reindirizza dopo un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57200" y="4334256"/>
            <a:ext cx="3200400" cy="475488"/>
          </a:xfrm>
          <a:prstGeom prst="rect">
            <a:avLst/>
          </a:prstGeom>
          <a:solidFill>
            <a:srgbClr val="1E2133"/>
          </a:solidFill>
          <a:ln cap="flat" cmpd="sng" w="12700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66928" y="433425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A8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1FA8C"/>
                </a:solidFill>
                <a:latin typeface="Consolas"/>
                <a:ea typeface="Consolas"/>
                <a:cs typeface="Consolas"/>
                <a:sym typeface="Consolas"/>
              </a:rPr>
              <a:t>with get_db()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703320" y="4334256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C5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8C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114800" y="4334256"/>
            <a:ext cx="46177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DB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4206240" y="4334256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6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1A1D26"/>
                </a:solidFill>
                <a:latin typeface="Trebuchet MS"/>
                <a:ea typeface="Trebuchet MS"/>
                <a:cs typeface="Trebuchet MS"/>
                <a:sym typeface="Trebuchet MS"/>
              </a:rPr>
              <a:t>Apre e chiude la connessione al DB in sicurezza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2026-03-18T16:57:37Z</dcterms:created>
  <dc:creator>PptxGenJS</dc:creator>
</cp:coreProperties>
</file>